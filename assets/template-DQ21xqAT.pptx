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5"/>
  </p:notesMasterIdLst>
  <p:sldIdLst>
    <p:sldId id="256" r:id="rId2"/>
    <p:sldId id="275" r:id="rId3"/>
    <p:sldId id="336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BFF5"/>
    <a:srgbClr val="050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FB6257-3620-4C3A-8815-AA8DB553D916}" v="5" dt="2025-12-04T07:50:19.910"/>
  </p1510:revLst>
</p1510:revInfo>
</file>

<file path=ppt/tableStyles.xml><?xml version="1.0" encoding="utf-8"?>
<a:tblStyleLst xmlns:a="http://schemas.openxmlformats.org/drawingml/2006/main" def="{5C22544A-7EE6-4342-B048-85BDC9FD1C3A}"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1D0330-BB0B-4ECF-B6F3-A45D92784E1C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87B59-CDAE-40D9-8429-C7BE38B58D8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9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87B59-CDAE-40D9-8429-C7BE38B58D8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2237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652"/>
          </a:xfrm>
        </p:spPr>
        <p:txBody>
          <a:bodyPr anchor="t"/>
          <a:lstStyle>
            <a:lvl1pPr>
              <a:lnSpc>
                <a:spcPct val="100000"/>
              </a:lnSpc>
              <a:defRPr sz="2400">
                <a:latin typeface="Arial Rounded MT Bold" panose="020F07040305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816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0496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0732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7538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074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431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448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64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5917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26D0A-9EAD-4331-BD70-F9813C80F91F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7245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AD159F-7756-3DA0-DF27-72115E048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075" y="115888"/>
            <a:ext cx="10972800" cy="446087"/>
          </a:xfrm>
        </p:spPr>
        <p:txBody>
          <a:bodyPr/>
          <a:lstStyle>
            <a:lvl1pPr>
              <a:defRPr sz="2800">
                <a:solidFill>
                  <a:srgbClr val="043E5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en-US" dirty="0"/>
              <a:t>Click to enter title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115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925">
          <p15:clr>
            <a:srgbClr val="A6428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26D0A-9EAD-4331-BD70-F9813C80F91F}" type="datetimeFigureOut">
              <a:rPr lang="en-GB" smtClean="0"/>
              <a:t>06/01/2026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50B6C-2E3B-4AFA-A297-296844A76809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7F57F7-C6D2-834B-787C-AFCA42B6F61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6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0A7663-FFC4-9FF9-8656-5B37835972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C6BFD04-8B83-BA6B-D2AD-09AF04A92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" y="5200650"/>
            <a:ext cx="12192000" cy="16573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90D2FAFE-1F1E-F24F-1897-E9075A75EC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46009" y="509510"/>
            <a:ext cx="4424559" cy="4679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739526-54DD-8E6F-8219-E69F044D3F26}"/>
              </a:ext>
            </a:extLst>
          </p:cNvPr>
          <p:cNvSpPr txBox="1"/>
          <p:nvPr/>
        </p:nvSpPr>
        <p:spPr>
          <a:xfrm>
            <a:off x="836626" y="5429160"/>
            <a:ext cx="105187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dirty="0">
                <a:solidFill>
                  <a:schemeClr val="bg1"/>
                </a:solidFill>
                <a:latin typeface="Arial Rounded MT Bold" panose="020F0704030504030204" pitchFamily="34" charset="0"/>
                <a:cs typeface="Calibri" panose="020F0502020204030204" pitchFamily="34" charset="0"/>
              </a:rPr>
              <a:t>Case Study On Topic XXXXX</a:t>
            </a:r>
          </a:p>
          <a:p>
            <a:pPr algn="ctr"/>
            <a:r>
              <a:rPr lang="en-IN" sz="3000" dirty="0">
                <a:solidFill>
                  <a:schemeClr val="bg1"/>
                </a:solidFill>
                <a:latin typeface="Arial Rounded MT Bold" panose="020F0704030504030204" pitchFamily="34" charset="0"/>
                <a:cs typeface="Calibri" panose="020F0502020204030204" pitchFamily="34" charset="0"/>
              </a:rPr>
              <a:t>By Dr XXXXX </a:t>
            </a:r>
          </a:p>
        </p:txBody>
      </p:sp>
    </p:spTree>
    <p:extLst>
      <p:ext uri="{BB962C8B-B14F-4D97-AF65-F5344CB8AC3E}">
        <p14:creationId xmlns:p14="http://schemas.microsoft.com/office/powerpoint/2010/main" val="2460826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8F3366-BF15-EFA4-4F88-6B064A918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049"/>
            <a:ext cx="10972800" cy="555905"/>
          </a:xfrm>
        </p:spPr>
        <p:txBody>
          <a:bodyPr>
            <a:noAutofit/>
          </a:bodyPr>
          <a:lstStyle/>
          <a:p>
            <a:r>
              <a:rPr lang="en-GB" sz="2400" b="1" dirty="0">
                <a:solidFill>
                  <a:srgbClr val="050040"/>
                </a:solidFill>
                <a:effectLst/>
                <a:latin typeface="Arial Rounded MT Bold" panose="020F0704030504030204" pitchFamily="34" charset="0"/>
              </a:rPr>
              <a:t>XXXXXXXXXXXXX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90D683-57C5-DD54-0999-9651CB15B2B4}"/>
              </a:ext>
            </a:extLst>
          </p:cNvPr>
          <p:cNvSpPr/>
          <p:nvPr/>
        </p:nvSpPr>
        <p:spPr>
          <a:xfrm>
            <a:off x="0" y="0"/>
            <a:ext cx="254524" cy="1010108"/>
          </a:xfrm>
          <a:prstGeom prst="rect">
            <a:avLst/>
          </a:prstGeom>
          <a:solidFill>
            <a:srgbClr val="050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263959-C266-1CE6-FD39-9E3C412BAA93}"/>
              </a:ext>
            </a:extLst>
          </p:cNvPr>
          <p:cNvSpPr/>
          <p:nvPr/>
        </p:nvSpPr>
        <p:spPr>
          <a:xfrm flipH="1">
            <a:off x="347661" y="-1"/>
            <a:ext cx="45719" cy="101010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115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C08C-91A2-50B9-9F19-71E12E847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56E5A5-FF73-B3EB-FE19-82B3709D6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B28160-CE3F-F5DC-F86E-D2D066383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3" t="3987" r="4421" b="2267"/>
          <a:stretch>
            <a:fillRect/>
          </a:stretch>
        </p:blipFill>
        <p:spPr>
          <a:xfrm>
            <a:off x="2683497" y="541496"/>
            <a:ext cx="6825006" cy="577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1974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86</TotalTime>
  <Words>10</Words>
  <Application>Microsoft Office PowerPoint</Application>
  <PresentationFormat>Widescreen</PresentationFormat>
  <Paragraphs>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Aharoni</vt:lpstr>
      <vt:lpstr>Aptos</vt:lpstr>
      <vt:lpstr>Arial</vt:lpstr>
      <vt:lpstr>Arial Rounded MT Bold</vt:lpstr>
      <vt:lpstr>Calibri</vt:lpstr>
      <vt:lpstr>Calibri Light</vt:lpstr>
      <vt:lpstr>Office Theme</vt:lpstr>
      <vt:lpstr>PowerPoint Presentation</vt:lpstr>
      <vt:lpstr>XXXXXXXXXXXXX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Dhara, Prosenjit</dc:creator>
  <cp:lastModifiedBy>Keyur Makadia</cp:lastModifiedBy>
  <cp:revision>12</cp:revision>
  <dcterms:created xsi:type="dcterms:W3CDTF">2025-12-04T07:30:36Z</dcterms:created>
  <dcterms:modified xsi:type="dcterms:W3CDTF">2026-01-06T12:23:32Z</dcterms:modified>
</cp:coreProperties>
</file>